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32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0098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data pipeline transforming raw transactional data into actionable business insights — built with Python, PostgreSQL, and Power BI.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452467"/>
            <a:ext cx="200584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520452"/>
            <a:ext cx="173366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12983" y="5444847"/>
            <a:ext cx="131195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56692" y="5520452"/>
            <a:ext cx="10245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80" y="5444847"/>
            <a:ext cx="252281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1989" y="5520452"/>
            <a:ext cx="22353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02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05332"/>
            <a:ext cx="95190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Raw Data to Business Impact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7542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analyzes customer purchasing behavior to drive decisions across four strategic areas.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72326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3606760"/>
            <a:ext cx="30391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Optimization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09717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high-value categories and spending patterns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372326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982" y="3606760"/>
            <a:ext cx="33670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2982" y="409717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customers by age, behavior, and subscription status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284232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5518666"/>
            <a:ext cx="2962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Performance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8224" y="600908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categories by revenue, ratings, and demand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5284232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982" y="5518666"/>
            <a:ext cx="28488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Growth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62982" y="6009084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conversion opportunities among non-subscribers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6602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201460" y="898208"/>
            <a:ext cx="612552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Three-Layer Pipeline Design</a:t>
            </a:r>
            <a:endParaRPr lang="en-US" sz="3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60" y="1659612"/>
            <a:ext cx="12227362" cy="55958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58065" y="2398527"/>
            <a:ext cx="2704830" cy="33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58065" y="2832802"/>
            <a:ext cx="2981324" cy="4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dashboards, STAR schema, DAX measures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26652" y="4117408"/>
            <a:ext cx="2704830" cy="33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Storage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90587" y="4551684"/>
            <a:ext cx="2740894" cy="722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tables, SQL analysis, query optimization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158065" y="5187507"/>
            <a:ext cx="2704830" cy="338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Processing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158065" y="5621782"/>
            <a:ext cx="2981324" cy="4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transform, feature engineering with Pandas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01460" y="7411164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has a clear responsibility — ensuring data quality at ingestion, analytical power at storage, and business clarity at presentation.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758" y="599123"/>
            <a:ext cx="342530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1 — Python &amp; Pandas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731758" y="1002744"/>
            <a:ext cx="768048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Preprocessing &amp; Feature Engineering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731758" y="2598658"/>
            <a:ext cx="7680484" cy="1548765"/>
          </a:xfrm>
          <a:prstGeom prst="roundRect">
            <a:avLst>
              <a:gd name="adj" fmla="val 708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8898" y="2598658"/>
            <a:ext cx="91440" cy="1548765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1032272" y="283059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032272" y="3272790"/>
            <a:ext cx="71480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Handled missing values with 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fillna()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removed duplicates, and standardized inconsistent category names.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758" y="4340185"/>
            <a:ext cx="7680484" cy="1548765"/>
          </a:xfrm>
          <a:prstGeom prst="roundRect">
            <a:avLst>
              <a:gd name="adj" fmla="val 708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898" y="4340185"/>
            <a:ext cx="91440" cy="1548765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1032272" y="4572119"/>
            <a:ext cx="262116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Transformation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1032272" y="5014317"/>
            <a:ext cx="71480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strings to categorical types and parsed dates into proper datetime format for time-based analysis.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758" y="6081713"/>
            <a:ext cx="7680484" cy="1548765"/>
          </a:xfrm>
          <a:prstGeom prst="roundRect">
            <a:avLst>
              <a:gd name="adj" fmla="val 708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898" y="6081713"/>
            <a:ext cx="91440" cy="1548765"/>
          </a:xfrm>
          <a:prstGeom prst="roundRect">
            <a:avLst>
              <a:gd name="adj" fmla="val 96046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1032272" y="6313646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1032272" y="6755844"/>
            <a:ext cx="71480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Groups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(Young Adult, Adult, Middle-aged, Senior), subscription status flags, and shipping type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60678"/>
            <a:ext cx="292667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2 — PostgreSQL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56642" y="1080849"/>
            <a:ext cx="9135070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Storage &amp; SQL Analysis</a:t>
            </a:r>
            <a:endParaRPr lang="en-US" sz="4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42" y="2453759"/>
            <a:ext cx="8341519" cy="47267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3228" y="227159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Design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33228" y="2815352"/>
            <a:ext cx="4248150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tables built on STAR schema principles with primary and foreign keys for referential integrity.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33228" y="403467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SQL Analyses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33228" y="4578429"/>
            <a:ext cx="4248150" cy="291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Gender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GROUP BY aggregation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Discount Users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subqueries + filtering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Rating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AVG() + ORDER BY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vs Spending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WHERE + GROUP BY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4221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3 — Power BI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323737" y="866537"/>
            <a:ext cx="6127909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 Schema Data Modeling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23737" y="272962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 Table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23737" y="3133725"/>
            <a:ext cx="577953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Fact_Customer_Transactions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measurable events: Purchase_Amount, Quantity, Review_Rating, Subscription_Status, Shipping_Type.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23737" y="400240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 Tables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3737" y="4406503"/>
            <a:ext cx="577953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Dim_Customer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Gender, Age, Age_Group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Dim_Product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Category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Dim_Subscription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Subscription_Status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Dim_Shipping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Shipping_Type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3737" y="5676424"/>
            <a:ext cx="5779532" cy="873204"/>
          </a:xfrm>
          <a:prstGeom prst="roundRect">
            <a:avLst>
              <a:gd name="adj" fmla="val 8353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30" y="5924312"/>
            <a:ext cx="217051" cy="1735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87974" y="5852636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1:N relationships from dimensions to fact table optimize dashboard performance and simplify analysis.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513" y="1758196"/>
            <a:ext cx="5779532" cy="577953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13" y="1758196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64758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3 — Power BI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56642" y="1067753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Development &amp; DAX Measures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756642" y="2836188"/>
            <a:ext cx="36865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4,000+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1248728" y="381214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Customers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700707" y="2836188"/>
            <a:ext cx="3686651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192792" y="381214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Purchase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728674" y="4669988"/>
            <a:ext cx="36865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3.75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3220760" y="564594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Rating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56642" y="6215539"/>
            <a:ext cx="7630716" cy="1366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Visualizations include a donut chart (subscription distribution), bar charts (revenue by category), and slicers for Gender, Category, and Shipping Type. Core DAX measures: 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Purchase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Count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Rating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6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34672"/>
            <a:ext cx="66027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Data Revealed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83612"/>
            <a:ext cx="1829753" cy="1130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5979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Behavior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088374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contribute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30–35% of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 of users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non-subscribers — a major untapped segment.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183612"/>
            <a:ext cx="1829753" cy="11308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597956"/>
            <a:ext cx="2962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Performance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088374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dominates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40%+ of revenue. Accessories rank second; Footwear and Outerwear underperform.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183612"/>
            <a:ext cx="1829753" cy="11308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5979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Spending Patterns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08837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users still spend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$59.76 average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Shipping type meaningfully influences purchase value.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5162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Impact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9376" y="1047155"/>
            <a:ext cx="7799189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Translating Insights into Action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9376" y="2178368"/>
            <a:ext cx="3079433" cy="250186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2236" y="2201228"/>
            <a:ext cx="3033712" cy="616625"/>
          </a:xfrm>
          <a:prstGeom prst="roundRect">
            <a:avLst>
              <a:gd name="adj" fmla="val 9553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2104906" y="2313027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7737" y="300406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Focus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7737" y="3511391"/>
            <a:ext cx="262270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Clothing →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15–20% better revenue efficiency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85022" y="2178368"/>
            <a:ext cx="3079433" cy="250186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7882" y="2201228"/>
            <a:ext cx="3033712" cy="616625"/>
          </a:xfrm>
          <a:prstGeom prst="roundRect">
            <a:avLst>
              <a:gd name="adj" fmla="val 9553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5370552" y="2313027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13384" y="300406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 ROI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13384" y="3511391"/>
            <a:ext cx="262270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Young Adults →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20–25% higher campaign returns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9376" y="4866442"/>
            <a:ext cx="3079433" cy="250186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236" y="4889302"/>
            <a:ext cx="3033712" cy="616625"/>
          </a:xfrm>
          <a:prstGeom prst="roundRect">
            <a:avLst>
              <a:gd name="adj" fmla="val 9553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2104906" y="5001101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7737" y="569214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Uplift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7737" y="6199465"/>
            <a:ext cx="262270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conversion of 2,920 non-users →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10–15% revenue increase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85022" y="4866442"/>
            <a:ext cx="3079433" cy="250186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7882" y="4889302"/>
            <a:ext cx="3033712" cy="616625"/>
          </a:xfrm>
          <a:prstGeom prst="roundRect">
            <a:avLst>
              <a:gd name="adj" fmla="val 9553"/>
            </a:avLst>
          </a:prstGeom>
          <a:solidFill>
            <a:srgbClr val="DADBF1"/>
          </a:solidFill>
          <a:ln/>
        </p:spPr>
      </p:sp>
      <p:sp>
        <p:nvSpPr>
          <p:cNvPr id="21" name="Text 19"/>
          <p:cNvSpPr/>
          <p:nvPr/>
        </p:nvSpPr>
        <p:spPr>
          <a:xfrm>
            <a:off x="5370552" y="5001101"/>
            <a:ext cx="308253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13384" y="569214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Optimization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13384" y="6199465"/>
            <a:ext cx="262270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or improve low-performing categories to reduce operational waste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3566" y="2178368"/>
            <a:ext cx="6345079" cy="3351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54129"/>
            <a:ext cx="2941677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Reflection &amp; Roadmap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9025" y="1082516"/>
            <a:ext cx="10223659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Challenges, Limitations &amp; What's Next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69025" y="2301121"/>
            <a:ext cx="295656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Overcome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416" y="2894767"/>
            <a:ext cx="329565" cy="329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3043" y="2883813"/>
            <a:ext cx="556414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Dirty data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Cleaned and standardized via Pandas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16" y="3990499"/>
            <a:ext cx="329565" cy="3295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3043" y="3979545"/>
            <a:ext cx="5564148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design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Implemented STAR schema for scalability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416" y="5108377"/>
            <a:ext cx="329565" cy="329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3043" y="5097423"/>
            <a:ext cx="556414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performance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Optimized with indexed SQL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590830" y="230112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Known Limitations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7590830" y="2857143"/>
            <a:ext cx="6278166" cy="11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time-series analysis (missing Date table)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profit or margin metrics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customer segmentation depth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7590830" y="4257080"/>
            <a:ext cx="292941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7590830" y="4813102"/>
            <a:ext cx="6278166" cy="11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RFM segmentation and cohort analysis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Time-based trend modeling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 and margin analysis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69025" y="6314123"/>
            <a:ext cx="13092351" cy="1261229"/>
          </a:xfrm>
          <a:prstGeom prst="roundRect">
            <a:avLst>
              <a:gd name="adj" fmla="val 7317"/>
            </a:avLst>
          </a:prstGeom>
          <a:solidFill>
            <a:srgbClr val="B6FCB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95" y="6647855"/>
            <a:ext cx="274558" cy="21967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2923" y="6581775"/>
            <a:ext cx="1215878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end-to-end pipeline development, SQL analytical thinking, STAR schema modeling, and business-focused dashboard creation — converting raw data into actionable insights.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2026-05-04T06:05:15Z</dcterms:created>
  <dcterms:modified xsi:type="dcterms:W3CDTF">2026-05-04T06:05:15Z</dcterms:modified>
</cp:coreProperties>
</file>